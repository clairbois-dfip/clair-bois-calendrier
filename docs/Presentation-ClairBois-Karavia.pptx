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07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des disponibilites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stage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Clair-Bois, Geneve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 Mme Karavia — 9 mars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realise par Karim Rochat &amp; Miles (IT)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visibilite sur les places de stage disponibles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référents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externes (ecoles, AI) appellent pour savoir s'il y a de la place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3017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traités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manuellement</a:t>
            </a: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email/telephone/excel </a:t>
            </a:r>
            <a:r>
              <a:rPr lang="en-US" sz="16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suivi centralise des inscriptions et des documents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11247120" cy="1188720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731520" y="49377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un site web calendrier accessible a tous, anonyme, qui se met a jour automatiquement quand une inscription est faite.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r>
              <a:rPr lang="en-US" sz="3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referent externe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 les places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33756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s'inscrit en ligne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 questions)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97880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le dossier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1828800"/>
            <a:ext cx="411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281160" y="1371600"/>
            <a:ext cx="2560320" cy="182880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928116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SharePoint Doc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116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stockees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classes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40480"/>
            <a:ext cx="11430000" cy="137160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automatique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2519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quelqu'un s'inscrit, le site se met a jour tout seul en quelques minutes.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places disponibles diminuent automatiquement. Aucune action manuelle requise.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486400"/>
            <a:ext cx="11430000" cy="640080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est 100% anonyme — pas besoin de compte Microsoft pour consulter les disponibilites.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 1 — Choix de </a:t>
            </a:r>
            <a:r>
              <a:rPr lang="en-US" sz="2800" b="1" dirty="0" err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l’établissement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858000" cy="4754880"/>
          </a:xfrm>
          <a:prstGeom prst="roundRect">
            <a:avLst>
              <a:gd name="adj" fmla="val 288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des disponibilites de stage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un etablissement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Blanchisserie Tourbillon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269748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2" name="Text 10"/>
          <p:cNvSpPr/>
          <p:nvPr/>
        </p:nvSpPr>
        <p:spPr>
          <a:xfrm>
            <a:off x="530352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places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47472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1188720" y="3520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de Pinchat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03520" y="37033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530352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places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4480560"/>
            <a:ext cx="5943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1188720" y="4526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Ateliers des Minoteries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03520" y="470916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5303520" y="47091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594360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914400" y="54864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Ajouter un etablissement (referent cadre)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visiteur 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Tous les etablissements de la fondation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2560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Nombre de places disponibles par etablissement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Indicateur couleur (vert/orange/rouge)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Bouton discret pour les referents cadres (protege par mot de passe)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Date de derniere mise a jour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 2 — Choix du secteur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 &gt;  Blanchisserie Tourbillon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Blanchisserie Tourbillon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un secteur de stage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11887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DCFCE7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 places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188720" y="3246120"/>
            <a:ext cx="5394960" cy="137160"/>
          </a:xfrm>
          <a:prstGeom prst="roundRect">
            <a:avLst>
              <a:gd name="adj" fmla="val 33333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5" name="Shape 13"/>
          <p:cNvSpPr/>
          <p:nvPr/>
        </p:nvSpPr>
        <p:spPr>
          <a:xfrm>
            <a:off x="1188720" y="3246120"/>
            <a:ext cx="3776472" cy="137160"/>
          </a:xfrm>
          <a:prstGeom prst="roundRect">
            <a:avLst>
              <a:gd name="adj" fmla="val 33333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places disponibles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4400" y="402336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118872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411480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places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88720" y="4617720"/>
            <a:ext cx="5394960" cy="137160"/>
          </a:xfrm>
          <a:prstGeom prst="roundRect">
            <a:avLst>
              <a:gd name="adj" fmla="val 33333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2" name="Shape 20"/>
          <p:cNvSpPr/>
          <p:nvPr/>
        </p:nvSpPr>
        <p:spPr>
          <a:xfrm>
            <a:off x="1188720" y="4617720"/>
            <a:ext cx="1348740" cy="13716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23" name="Text 21"/>
          <p:cNvSpPr/>
          <p:nvPr/>
        </p:nvSpPr>
        <p:spPr>
          <a:xfrm>
            <a:off x="118872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places disponibles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visiteur :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 cliquable pour naviguer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2560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Liste des secteurs de l'etablissement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Barre de progression visuelle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Nombre de places en temps reel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Bouton "Ajouter un secteur" pour les responsables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 3 — Calendrier mensuel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858000" cy="457200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  Mars 2026   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28600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6324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1772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496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28600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0876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150876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0" name="Text 18"/>
          <p:cNvSpPr/>
          <p:nvPr/>
        </p:nvSpPr>
        <p:spPr>
          <a:xfrm>
            <a:off x="228600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2" name="Text 20"/>
          <p:cNvSpPr/>
          <p:nvPr/>
        </p:nvSpPr>
        <p:spPr>
          <a:xfrm>
            <a:off x="306324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4" name="Text 22"/>
          <p:cNvSpPr/>
          <p:nvPr/>
        </p:nvSpPr>
        <p:spPr>
          <a:xfrm>
            <a:off x="384048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461772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8" name="Text 26"/>
          <p:cNvSpPr/>
          <p:nvPr/>
        </p:nvSpPr>
        <p:spPr>
          <a:xfrm>
            <a:off x="539496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33172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0" name="Text 28"/>
          <p:cNvSpPr/>
          <p:nvPr/>
        </p:nvSpPr>
        <p:spPr>
          <a:xfrm>
            <a:off x="6172200" y="2331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288036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50876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3" name="Text 31"/>
          <p:cNvSpPr/>
          <p:nvPr/>
        </p:nvSpPr>
        <p:spPr>
          <a:xfrm>
            <a:off x="150876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5" name="Text 33"/>
          <p:cNvSpPr/>
          <p:nvPr/>
        </p:nvSpPr>
        <p:spPr>
          <a:xfrm>
            <a:off x="228600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06324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7" name="Text 35"/>
          <p:cNvSpPr/>
          <p:nvPr/>
        </p:nvSpPr>
        <p:spPr>
          <a:xfrm>
            <a:off x="306324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9" name="Text 37"/>
          <p:cNvSpPr/>
          <p:nvPr/>
        </p:nvSpPr>
        <p:spPr>
          <a:xfrm>
            <a:off x="384048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1" name="Text 39"/>
          <p:cNvSpPr/>
          <p:nvPr/>
        </p:nvSpPr>
        <p:spPr>
          <a:xfrm>
            <a:off x="461772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9496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3" name="Text 41"/>
          <p:cNvSpPr/>
          <p:nvPr/>
        </p:nvSpPr>
        <p:spPr>
          <a:xfrm>
            <a:off x="539496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292608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63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5" name="Text 43"/>
          <p:cNvSpPr/>
          <p:nvPr/>
        </p:nvSpPr>
        <p:spPr>
          <a:xfrm>
            <a:off x="6172200" y="292608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" y="347472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50876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48" name="Text 46"/>
          <p:cNvSpPr/>
          <p:nvPr/>
        </p:nvSpPr>
        <p:spPr>
          <a:xfrm>
            <a:off x="150876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28600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0" name="Text 48"/>
          <p:cNvSpPr/>
          <p:nvPr/>
        </p:nvSpPr>
        <p:spPr>
          <a:xfrm>
            <a:off x="228600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06324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2" name="Text 50"/>
          <p:cNvSpPr/>
          <p:nvPr/>
        </p:nvSpPr>
        <p:spPr>
          <a:xfrm>
            <a:off x="306324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84048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4" name="Text 52"/>
          <p:cNvSpPr/>
          <p:nvPr/>
        </p:nvSpPr>
        <p:spPr>
          <a:xfrm>
            <a:off x="384048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1772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6" name="Text 54"/>
          <p:cNvSpPr/>
          <p:nvPr/>
        </p:nvSpPr>
        <p:spPr>
          <a:xfrm>
            <a:off x="461772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9496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58" name="Text 56"/>
          <p:cNvSpPr/>
          <p:nvPr/>
        </p:nvSpPr>
        <p:spPr>
          <a:xfrm>
            <a:off x="539496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72200" y="352044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0" name="Text 58"/>
          <p:cNvSpPr/>
          <p:nvPr/>
        </p:nvSpPr>
        <p:spPr>
          <a:xfrm>
            <a:off x="6172200" y="352044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31520" y="406908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(2)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50876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3" name="Text 61"/>
          <p:cNvSpPr/>
          <p:nvPr/>
        </p:nvSpPr>
        <p:spPr>
          <a:xfrm>
            <a:off x="150876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28600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5" name="Text 63"/>
          <p:cNvSpPr/>
          <p:nvPr/>
        </p:nvSpPr>
        <p:spPr>
          <a:xfrm>
            <a:off x="228600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06324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7" name="Text 65"/>
          <p:cNvSpPr/>
          <p:nvPr/>
        </p:nvSpPr>
        <p:spPr>
          <a:xfrm>
            <a:off x="306324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84048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9" name="Text 67"/>
          <p:cNvSpPr/>
          <p:nvPr/>
        </p:nvSpPr>
        <p:spPr>
          <a:xfrm>
            <a:off x="384048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1" name="Text 69"/>
          <p:cNvSpPr/>
          <p:nvPr/>
        </p:nvSpPr>
        <p:spPr>
          <a:xfrm>
            <a:off x="461772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39496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3" name="Text 71"/>
          <p:cNvSpPr/>
          <p:nvPr/>
        </p:nvSpPr>
        <p:spPr>
          <a:xfrm>
            <a:off x="539496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72200" y="411480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 w="63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5" name="Text 73"/>
          <p:cNvSpPr/>
          <p:nvPr/>
        </p:nvSpPr>
        <p:spPr>
          <a:xfrm>
            <a:off x="6172200" y="411480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31520" y="4663440"/>
            <a:ext cx="777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508760" y="470916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8" name="Text 76"/>
          <p:cNvSpPr/>
          <p:nvPr/>
        </p:nvSpPr>
        <p:spPr>
          <a:xfrm>
            <a:off x="150876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2286000" y="4709160"/>
            <a:ext cx="685800" cy="411480"/>
          </a:xfrm>
          <a:prstGeom prst="roundRect">
            <a:avLst>
              <a:gd name="adj" fmla="val 11111"/>
            </a:avLst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80" name="Text 78"/>
          <p:cNvSpPr/>
          <p:nvPr/>
        </p:nvSpPr>
        <p:spPr>
          <a:xfrm>
            <a:off x="228600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06324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384048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61772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39496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172200" y="470916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31520" y="5303520"/>
            <a:ext cx="182880" cy="18288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7" name="Text 85"/>
          <p:cNvSpPr/>
          <p:nvPr/>
        </p:nvSpPr>
        <p:spPr>
          <a:xfrm>
            <a:off x="96012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377440" y="5303520"/>
            <a:ext cx="182880" cy="18288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89" name="Text 87"/>
          <p:cNvSpPr/>
          <p:nvPr/>
        </p:nvSpPr>
        <p:spPr>
          <a:xfrm>
            <a:off x="260604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Presque complet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023360" y="530352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1" name="Text 89"/>
          <p:cNvSpPr/>
          <p:nvPr/>
        </p:nvSpPr>
        <p:spPr>
          <a:xfrm>
            <a:off x="42519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669280" y="5303520"/>
            <a:ext cx="182880" cy="18288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93" name="Text 91"/>
          <p:cNvSpPr/>
          <p:nvPr/>
        </p:nvSpPr>
        <p:spPr>
          <a:xfrm>
            <a:off x="589788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donnees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77724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visiteur :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777240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Calendrier mois par mois avec navigation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7772400" y="2560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Chaque semaine est coloree selon la disponibilite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777240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"S13 (2)" = 2 creneaux cette semaine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7772400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 sur une semaine = voir le detail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777240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 jour actuel est marque en bleu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7772400" y="5120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Bouton "Ajouter un creneau" pour les responsables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 4 — </a:t>
            </a:r>
            <a:r>
              <a:rPr lang="en-US" sz="2800" b="1" dirty="0" err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inscription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6858000" cy="4846320"/>
          </a:xfrm>
          <a:prstGeom prst="roundRect">
            <a:avLst>
              <a:gd name="adj" fmla="val 283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Shape 5"/>
          <p:cNvSpPr/>
          <p:nvPr/>
        </p:nvSpPr>
        <p:spPr>
          <a:xfrm>
            <a:off x="1371600" y="1463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8" name="Text 6"/>
          <p:cNvSpPr/>
          <p:nvPr/>
        </p:nvSpPr>
        <p:spPr>
          <a:xfrm>
            <a:off x="1554480" y="14630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mars — 6 mars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2468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86000" y="2651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7 places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54480" y="3108960"/>
            <a:ext cx="4572000" cy="182880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3" name="Shape 11"/>
          <p:cNvSpPr/>
          <p:nvPr/>
        </p:nvSpPr>
        <p:spPr>
          <a:xfrm>
            <a:off x="1554480" y="3108960"/>
            <a:ext cx="3200400" cy="182880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4" name="Text 12"/>
          <p:cNvSpPr/>
          <p:nvPr/>
        </p:nvSpPr>
        <p:spPr>
          <a:xfrm>
            <a:off x="1554480" y="33375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occupees                                               5 libres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54480" y="3749040"/>
            <a:ext cx="45720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1737360" y="37947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Etablissement : Blanchisserie Tourbillon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: Lavage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54480" y="475488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fr-CH"/>
          </a:p>
        </p:txBody>
      </p:sp>
      <p:sp>
        <p:nvSpPr>
          <p:cNvPr id="18" name="Text 16"/>
          <p:cNvSpPr/>
          <p:nvPr/>
        </p:nvSpPr>
        <p:spPr>
          <a:xfrm>
            <a:off x="155448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S'inscrire pour cette semaine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le visiteur 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0" y="1920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Detail de la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selectionnée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5603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Nombre de places en grand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32004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Barre de progression (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occupé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libre)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84048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Rappel de </a:t>
            </a:r>
            <a:r>
              <a:rPr lang="en-US" sz="12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l’établissement</a:t>
            </a: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du secteur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4805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Bouton vert "S'inscrire" qui ouvre le formulaire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0" y="5120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 formulaire est pre-rempli automatiquement (etablissement, secteur, date)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2800" b="1" dirty="0" err="1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</a:t>
            </a: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automatique (en coulisse)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2743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stage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Recoit le formulaire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le stagiaire existe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Stagiaire + Demande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Envoie email avec N° dossier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1" name="Text 9"/>
          <p:cNvSpPr/>
          <p:nvPr/>
        </p:nvSpPr>
        <p:spPr>
          <a:xfrm>
            <a:off x="32461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4612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r>
              <a:rPr lang="en-US" sz="11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Recoit les pieces jointes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dossier du stagiaire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Classe les documents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Met à jour le statut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5" name="Text 13"/>
          <p:cNvSpPr/>
          <p:nvPr/>
        </p:nvSpPr>
        <p:spPr>
          <a:xfrm>
            <a:off x="62179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a jour du site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Lit les creneaux SharePoint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Compte les places restantes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Genere le planning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Publie sur le site web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89720" y="128016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F3E8FF"/>
          </a:solidFill>
          <a:ln w="1905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918972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8972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creneaux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72600" y="19659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Referent cadre soumet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mot de passe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0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</a:t>
            </a: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creneau dans SP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 site se met a jour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7520" y="18288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989320" y="18288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961120" y="18288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286000" y="3840480"/>
            <a:ext cx="7589520" cy="1097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6" name="Text 24"/>
          <p:cNvSpPr/>
          <p:nvPr/>
        </p:nvSpPr>
        <p:spPr>
          <a:xfrm>
            <a:off x="2286000" y="388620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List — Base de données centrale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0" y="42976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8" name="Text 26"/>
          <p:cNvSpPr/>
          <p:nvPr/>
        </p:nvSpPr>
        <p:spPr>
          <a:xfrm>
            <a:off x="2743200" y="4297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(35 champs)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80560" y="42976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0" name="Text 28"/>
          <p:cNvSpPr/>
          <p:nvPr/>
        </p:nvSpPr>
        <p:spPr>
          <a:xfrm>
            <a:off x="4480560" y="4297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champs)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2976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2" name="Text 30"/>
          <p:cNvSpPr/>
          <p:nvPr/>
        </p:nvSpPr>
        <p:spPr>
          <a:xfrm>
            <a:off x="6217920" y="4297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champs)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429768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4" name="Text 32"/>
          <p:cNvSpPr/>
          <p:nvPr/>
        </p:nvSpPr>
        <p:spPr>
          <a:xfrm>
            <a:off x="7955280" y="42976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Creneaux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 champs)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5212080"/>
            <a:ext cx="7589520" cy="731520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6" name="Text 34"/>
          <p:cNvSpPr/>
          <p:nvPr/>
        </p:nvSpPr>
        <p:spPr>
          <a:xfrm>
            <a:off x="2468880" y="5212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Bibliotheque de documents SharePoint  —  Stagiaires Doc / {AVS} / Dossier personnalise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dans SharePoint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5669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Stagiaire (données personnelles)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5303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Prenom, Date de naissance, AVS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Telephone, Email, Adresse, NPA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d'urgence (nom, tel, lien)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Curatelle (type, coordonnees curateur)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 invalidite (conseiller AI)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scolaire, Tests, Reseau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t-shirt, pantalon, pointure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35 champs au total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66928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Demande (1 stagiaire = N demandes)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Etablissement, Secteur, Date souhaitee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du stage, Deja stagie ?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En attente &gt; Documents recus &gt; Valide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vers Stagiaire + Referent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6692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3" name="Text 11"/>
          <p:cNvSpPr/>
          <p:nvPr/>
        </p:nvSpPr>
        <p:spPr>
          <a:xfrm>
            <a:off x="6217920" y="3063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Referent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Partenaire, Fonction, Nom, Prenom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Telephone, Email, Lien vers Stagiaire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38912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9333EA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6" name="Text 14"/>
          <p:cNvSpPr/>
          <p:nvPr/>
        </p:nvSpPr>
        <p:spPr>
          <a:xfrm>
            <a:off x="27432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Creneaux (</a:t>
            </a:r>
            <a:r>
              <a:rPr lang="en-US" sz="1300" b="1" dirty="0" err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r>
              <a:rPr lang="en-US" sz="13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d'accueil)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Etablissement, Secteur, Date debut, Date fin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places, Type (Stage / Module metier)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utilisees = comptees automatiquement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438912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19" name="Text 17"/>
          <p:cNvSpPr/>
          <p:nvPr/>
        </p:nvSpPr>
        <p:spPr>
          <a:xfrm>
            <a:off x="6217920" y="4434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Bibliotheque de documents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48463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dossier par stagiaire (classe par AVS)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Sous-dossiers : Administratif, Contrats,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Evaluation, Ecole, Stages...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renommes automatiquement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8915" y="64176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 Clair-Bois — Mars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309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Etat d'avancement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75612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645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calendrier en ligne (accessible à tous)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88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d'inscription complet (43 questions)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575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flux Power Automate automatiques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5622" y="341191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291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Listes SharePoint configurees (Stagiaire, Demande, Referent, Creneaux)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9547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840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stagiaire cree et organise automatiquement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6046" y="1773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1645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documents (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jointes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classées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AVS)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6046" y="230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19456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couleur des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(vert/orange/rouge)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6046" y="2834399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27432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creneaux chevauchants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44389" y="3400725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3291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pour les referents cadres (protege par mot de passe)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4389" y="395718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3840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opérationnel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valider / discuter (aujourd'hui)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5074920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29" name="Text 27"/>
          <p:cNvSpPr/>
          <p:nvPr/>
        </p:nvSpPr>
        <p:spPr>
          <a:xfrm>
            <a:off x="82296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automatique quand un nouveau creneau est ajoute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45896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1" name="Text 29"/>
          <p:cNvSpPr/>
          <p:nvPr/>
        </p:nvSpPr>
        <p:spPr>
          <a:xfrm>
            <a:off x="822960" y="5413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des </a:t>
            </a:r>
            <a:r>
              <a:rPr lang="en-US" sz="11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établissements</a:t>
            </a: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(descriptions, icones)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843016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3" name="Text 31"/>
          <p:cNvSpPr/>
          <p:nvPr/>
        </p:nvSpPr>
        <p:spPr>
          <a:xfrm>
            <a:off x="822960" y="57972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modules métiers (stage vs. module)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227064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fr-CH"/>
          </a:p>
        </p:txBody>
      </p:sp>
      <p:sp>
        <p:nvSpPr>
          <p:cNvPr id="35" name="Text 33"/>
          <p:cNvSpPr/>
          <p:nvPr/>
        </p:nvSpPr>
        <p:spPr>
          <a:xfrm>
            <a:off x="822960" y="618134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pour ajouter un nouvel etablissement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rochat-dev.github.io/clair-bois-calendrier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1122</Words>
  <Application>Microsoft Office PowerPoint</Application>
  <PresentationFormat>Grand écran</PresentationFormat>
  <Paragraphs>266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Fondation Clair-Bois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Calendrier des disponibilités de stage - Clair-Bois</dc:title>
  <dc:subject>PptxGenJS Presentation</dc:subject>
  <dc:creator>Karim Rochat</dc:creator>
  <cp:lastModifiedBy>Stagiaire service RH-DFIP</cp:lastModifiedBy>
  <cp:revision>2</cp:revision>
  <dcterms:created xsi:type="dcterms:W3CDTF">2026-03-08T22:09:21Z</dcterms:created>
  <dcterms:modified xsi:type="dcterms:W3CDTF">2026-03-08T22:56:52Z</dcterms:modified>
</cp:coreProperties>
</file>